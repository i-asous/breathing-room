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sentence, not the stack. Breathing Room is the reading of one neighborhood. The three chips are the grain of the atlas: 42 UHF neighborhoods, air through 2024, asking rents through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files out loud: the health department’s air survey, listing rents, and HPD’s affordable production. The product is the join, at neighborhood grain.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for zip or block resolution, say the listing is assigned to the neighborhood that holds the ZIP centroid. There is no block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these three beats in the demo. Do not open every disclosure. End on the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earns the track. The mess is the work: one-bedrooms only, ZIP centroids, missing coordinates, and rents that must not be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slide on the map, not as a list. Click High Bridge under Asks rose faster. Read the 32.5 against the 3% cap. Then type an income so 30% becomes the rent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are the build, not new claims. If time is short, say only the first and the last: ship the reading, and do not invent the records you do not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you take questions. If they ask for the toll, repeat that the air record ends in 2024 and is not scored.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DIVHACKS  ·  HACK THE CITY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Breathing Room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Air, rent, and affordable housing, read as one neighborhood.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A26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5193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50749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A26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67328" y="5193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air year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50749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A26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84848" y="5193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2026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ask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map for three city systems.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publishes air, rent, and housing as separate files. A renter still decides on one place. Breathing Room puts those files on a map of 42 neighborhoods and ends on a public step.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7F0E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840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PM2.5 and NO2 from the community survey, through 2024. Child asthma visits, 2017–2019. EPA monitors as dots, not a fill.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8EBE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353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840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asking rent for a new one-bedroom, February 2025 through August 2026. A listing, not a sitting tenant’s rent.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7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34847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191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3840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affordable homes financed since 2014, per 1,000 households. Production, not vacant listings.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neighborhood. Not a block.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E7F0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atlas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UHF neighborhoods, all five boroughs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723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and NO2, annual means, 2009–2024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856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asthma emergency visits, 2017–2019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98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one-bedroom asks, Feb 2025–Aug 2026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affordable units since 2014, per 1,000 households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8EB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Named, and left out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59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rent or air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723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AQI, or an hourly monitor reading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7856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 apartment is rent-stabilized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498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filings, totaled by neighborhood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for whether the toll changed the air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system readable, then usable.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 asks for urban data that is visual and actionable. The page is built so those happen in that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756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place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 address. The map and three numbers sit together: 2024 PM2.5, the new one-bedroom ask, and deep homes per 1,000 households.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F6B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538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overlap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sets, one at a time. Higher ask with higher annual PM2.5. Or asks that rose faster than the city while 2024 air is still high.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8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A353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50017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step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asthma report, the state rent history, or the lease set next to the Rent Guidelines Board cap. Income becomes a 30% rent, ranked by air.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files do not agree with each other.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384,443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140,604 one-bedrooms. A ZIP is placed by where its listings cluster, not drawn as a block.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F7F7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1,876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67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60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affordable-housing file have no coordinates. Their units are missing, so every count is a floor.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F7F7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36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2024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292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visits end in 2017–2019. The air survey ends in 2024, the year before the toll. The toll is not scored.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rents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636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0292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listing, a sitting tenant, a Zillow index, and a stabilized renewal are different numbers. The page keeps them apart.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number, then the step.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annual mean, not today’s reading.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city, or above the EPA annual standard of 9.0: use AirNow for the day, then the neighborhood asthma report.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apartment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659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cannot say if you are stabilized.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346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the DHCR rent history. Who Owns What and HPD Online cover the landlord. Right to Counsel is the free lawyer.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F7F7F5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lease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9659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are not the legal cap.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stabilized one-year renewal was 2.75% under Order 56, then 3% under Order 57. Income at 30% ranks neighborhoods by 2024 air.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11201400" cy="1280160"/>
          </a:xfrm>
          <a:prstGeom prst="roundRect">
            <a:avLst>
              <a:gd name="adj" fmla="val 5714"/>
            </a:avLst>
          </a:prstGeom>
          <a:solidFill>
            <a:srgbClr val="1C191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Bridge–Morrisania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5961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one-bedroom asks rose 32.5%, from $2,416 to $3,200. The city rise was 15.4%. 2024 PM2.5 is still above the city mean. A stabilized renewal in that window was capped at 3%.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reading. Keep the limits.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this reading live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01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neighborhood-first page is on the local preview. Deploy it to breathing-room.app.space so the demo and the URL match.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51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51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breathingroom.tech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035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registered. Add the ownership TXT, then the routing record the verify command returns, until HTTPS serves the atlas.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8862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Grok rewrite the sentences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2702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xAI key. The model may rephrase the metrics. The action links stay computed, so it cannot invent an office or a building.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120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record only when it exists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50468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totals, a block-level cause, and a winter forecast stay out until a public series can support them.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stacks, and what you can do.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breathing-room.app.space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Breathing Room</dc:title>
  <dc:subject>Hack the City — data that makes urban systems approachable</dc:subject>
  <dc:creator>Breathing Room</dc:creator>
  <cp:lastModifiedBy>Breathing Room</cp:lastModifiedBy>
  <cp:revision>1</cp:revision>
  <dcterms:created xsi:type="dcterms:W3CDTF">2026-09-27T02:29:51Z</dcterms:created>
  <dcterms:modified xsi:type="dcterms:W3CDTF">2026-09-27T02:29:51Z</dcterms:modified>
</cp:coreProperties>
</file>